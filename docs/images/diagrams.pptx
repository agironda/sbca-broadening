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45F"/>
    <a:srgbClr val="ADB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36" autoAdjust="0"/>
    <p:restoredTop sz="96271"/>
  </p:normalViewPr>
  <p:slideViewPr>
    <p:cSldViewPr snapToGrid="0">
      <p:cViewPr>
        <p:scale>
          <a:sx n="134" d="100"/>
          <a:sy n="134" d="100"/>
        </p:scale>
        <p:origin x="-88" y="32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59DB3-612C-404F-B2D5-CE7701130F07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47F267-F2A9-A74B-8AA2-DA3314043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1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5974F-6A51-9441-7D22-DF766CF1E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004F6-F77D-BC2E-15C8-1510A0664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0EF1D-10FC-04B0-FEBF-897AA0768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17B7D-3EAE-D30F-0D41-69154DD3A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7F267-F2A9-A74B-8AA2-DA33140435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8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48751-3B9C-49B8-A80B-B42102B54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2697B-1AA8-4981-B876-45B7FAEB8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54CE4-651B-4D0C-B27A-17F872695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101C-84C8-4F98-95A9-0F8C3AFFF29A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43F0E-ACCC-487F-A1C5-A3F4B4A0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FA947-4451-461B-9C1D-2B3B99F4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DAAE-2CF8-4BF6-8D64-8ECA34A01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82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C4CEA-B01F-4DDA-B771-6A9A526E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F06BB-F1A6-4A63-B8F7-61EA3AEB0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218BA-FC97-4D76-8F17-08DC110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101C-84C8-4F98-95A9-0F8C3AFFF29A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77197-E9F9-4E55-9E49-5989FC86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FCA5D-7007-4B8E-A1F6-29575209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DAAE-2CF8-4BF6-8D64-8ECA34A01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80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713F-6E03-47BC-9448-2134BAB8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4EC9B-EB0B-438F-BB39-4CA65739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6A163-6284-46A2-95F0-66865BAE6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101C-84C8-4F98-95A9-0F8C3AFFF29A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35F7E-00C5-4006-BBED-2BE7DF33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C8C57-0B70-4EE0-BA04-39F34440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DAAE-2CF8-4BF6-8D64-8ECA34A01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3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E4E3-545C-4DC0-84FB-EA94D86B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575E9-609C-4636-ACF6-E3F0B9D8B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67350-4C5A-49D8-BB82-F5E9D5D99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844A3-F28C-49A4-9598-2CDC30697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101C-84C8-4F98-95A9-0F8C3AFFF29A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953D1-702B-4089-B800-A5AB42F1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E51C1-458C-41DE-84ED-5E6EB076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DAAE-2CF8-4BF6-8D64-8ECA34A01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62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8AAA-0860-4BAD-85C2-F8B5F87F8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5EC0F-C706-40C6-A16B-FEA1D8D0E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E35C33-053D-4C3A-B5A1-F8F83B020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AF3F7-1C25-465C-BD80-C1AD5D4F1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B835B-C098-4D44-B0E6-678193F86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12EEA1-A112-45EE-A7B1-0E2B356E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101C-84C8-4F98-95A9-0F8C3AFFF29A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53F4DC-620D-4E3C-8297-0C1C5FB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9E70E-3DF8-4DF6-A3FB-3FA05B86F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DAAE-2CF8-4BF6-8D64-8ECA34A01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35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E0DD-E72A-4B8C-949C-5545F4491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3BF187-5F93-42F4-85AD-F308B0F3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101C-84C8-4F98-95A9-0F8C3AFFF29A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67362-918F-4B6F-8635-D59AF0A65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40C53-1869-49A9-9BD7-B318AC74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DAAE-2CF8-4BF6-8D64-8ECA34A01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1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77FD85-0C81-43BB-B65B-D44C5515A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101C-84C8-4F98-95A9-0F8C3AFFF29A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95842-67DF-492B-AE4C-1C4CC78A0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1E07C-8101-45EC-B002-4A6B38863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DAAE-2CF8-4BF6-8D64-8ECA34A01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3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41DD-A78C-45B0-B915-9B6BA5E82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173EE-F502-4B55-A3D4-0CA8504BA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C83C6-7949-4521-BECF-DEDF412CC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E8A31-F744-46D3-9700-426AB9D95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101C-84C8-4F98-95A9-0F8C3AFFF29A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3D196-3DC4-4BF6-8BAC-58FFE487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8C611-4B65-4270-8F1D-E5235CBB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DAAE-2CF8-4BF6-8D64-8ECA34A01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84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B1EE-DD75-4F35-A3CE-BDC5505E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A5B988-37E6-4C7E-8B5D-7EA7ED9EFC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C370E-EC26-4844-8E00-476F7E6BB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12BFA-D14D-4D19-88E6-A4B50945A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101C-84C8-4F98-95A9-0F8C3AFFF29A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355CB-1C7D-4428-977A-9225ADB4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27076-E659-47B9-8DF8-F0FBBAD5A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DAAE-2CF8-4BF6-8D64-8ECA34A01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1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4A98-9F93-4FEC-8D74-6C1377AB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07067-6A5D-4003-87F7-D37F05551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2811-9C8D-4315-8BDF-3E61A4CA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101C-84C8-4F98-95A9-0F8C3AFFF29A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12BCE-418B-40DE-B73F-22A3DAE2F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53BF-6D90-4C70-BE23-F99EE29F8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DAAE-2CF8-4BF6-8D64-8ECA34A01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86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A83BC-E3F1-41A6-A202-531C0AE56E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F90775-E090-4973-92B4-4D9E91D94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8C0CD-902F-4E6D-A9B3-FE74385FC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101C-84C8-4F98-95A9-0F8C3AFFF29A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BA370-21F5-4A45-A2E8-0A06ECC6D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00B78-1275-4E8F-A4F9-907527619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DAAE-2CF8-4BF6-8D64-8ECA34A01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88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CD1C-6867-41BA-B144-14443089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73E57-139F-4E20-92E3-A4269685B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28D4E-C578-4636-8E9A-D75FD56C5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F101C-84C8-4F98-95A9-0F8C3AFFF29A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E8F67-0F0F-4BE5-B4D4-AED107F52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EB19F-90D8-4798-B253-AF373FE93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4DAAE-2CF8-4BF6-8D64-8ECA34A01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8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7E11C-1E5C-0F8C-6E65-4309C02F6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46209713-712D-A8A6-699E-5A7C0E88FF79}"/>
              </a:ext>
            </a:extLst>
          </p:cNvPr>
          <p:cNvGrpSpPr/>
          <p:nvPr/>
        </p:nvGrpSpPr>
        <p:grpSpPr>
          <a:xfrm>
            <a:off x="146219" y="323721"/>
            <a:ext cx="6411097" cy="7279802"/>
            <a:chOff x="146219" y="323721"/>
            <a:chExt cx="6411097" cy="727980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2D1C971-F9E2-F81B-D127-D2742B022301}"/>
                </a:ext>
              </a:extLst>
            </p:cNvPr>
            <p:cNvSpPr/>
            <p:nvPr/>
          </p:nvSpPr>
          <p:spPr>
            <a:xfrm>
              <a:off x="839239" y="552198"/>
              <a:ext cx="5067300" cy="4686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3E5DE0B-CE78-D093-C484-8AE2AE15D2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3689" y="1007036"/>
              <a:ext cx="152453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8F2848D-8921-80F9-5425-156D6A71D7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54869" y="1235675"/>
              <a:ext cx="1213984" cy="2612982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E4A57DB-61DB-4F03-95A4-D56F193E5D2A}"/>
                </a:ext>
              </a:extLst>
            </p:cNvPr>
            <p:cNvCxnSpPr>
              <a:cxnSpLocks/>
              <a:stCxn id="4" idx="4"/>
              <a:endCxn id="4" idx="0"/>
            </p:cNvCxnSpPr>
            <p:nvPr/>
          </p:nvCxnSpPr>
          <p:spPr>
            <a:xfrm flipV="1">
              <a:off x="3346622" y="1219199"/>
              <a:ext cx="0" cy="3200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0E991CE0-246C-9BBF-DB2C-01AF3236F233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>
              <a:off x="3346622" y="1219199"/>
              <a:ext cx="1477" cy="824090"/>
            </a:xfrm>
            <a:prstGeom prst="straightConnector1">
              <a:avLst/>
            </a:prstGeom>
            <a:ln w="12700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4912698-97FD-25A3-04E5-ABF214B6533D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>
              <a:off x="3346622" y="1219199"/>
              <a:ext cx="175855" cy="806643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F1DD866-ADFD-A1AD-CE0A-DB02C839579E}"/>
                </a:ext>
              </a:extLst>
            </p:cNvPr>
            <p:cNvSpPr/>
            <p:nvPr/>
          </p:nvSpPr>
          <p:spPr>
            <a:xfrm rot="5400000">
              <a:off x="4703105" y="3661214"/>
              <a:ext cx="267746" cy="751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6394092-CC59-FD91-6F1B-E7982DA90B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46422" y="1219199"/>
              <a:ext cx="3200400" cy="3200400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9286F0AB-4825-EBB2-542A-2F0649DDC5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6516" y="1202723"/>
              <a:ext cx="6400800" cy="6400800"/>
            </a:xfrm>
            <a:prstGeom prst="arc">
              <a:avLst>
                <a:gd name="adj1" fmla="val 15331932"/>
                <a:gd name="adj2" fmla="val 17033572"/>
              </a:avLst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4E1A331B-BBC4-3D86-B0BD-713D02455B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34666" y="323721"/>
              <a:ext cx="1823909" cy="1823909"/>
            </a:xfrm>
            <a:prstGeom prst="arc">
              <a:avLst>
                <a:gd name="adj1" fmla="val 59626"/>
                <a:gd name="adj2" fmla="val 3699348"/>
              </a:avLst>
            </a:prstGeom>
            <a:ln w="127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C846F3F9-66F0-7865-C175-3606D4D2BE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34665" y="323721"/>
              <a:ext cx="1823909" cy="1823909"/>
            </a:xfrm>
            <a:prstGeom prst="arc">
              <a:avLst>
                <a:gd name="adj1" fmla="val 5469292"/>
                <a:gd name="adj2" fmla="val 10802331"/>
              </a:avLst>
            </a:prstGeom>
            <a:ln w="127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6C2D2F6-64C1-9C84-8DF8-93FE669A2F10}"/>
                </a:ext>
              </a:extLst>
            </p:cNvPr>
            <p:cNvSpPr txBox="1"/>
            <p:nvPr/>
          </p:nvSpPr>
          <p:spPr>
            <a:xfrm>
              <a:off x="3914667" y="1769198"/>
              <a:ext cx="744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2C324D6-3CDF-AA8C-D95F-F0F47C9F286D}"/>
                </a:ext>
              </a:extLst>
            </p:cNvPr>
            <p:cNvSpPr txBox="1"/>
            <p:nvPr/>
          </p:nvSpPr>
          <p:spPr>
            <a:xfrm>
              <a:off x="2068992" y="176919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367D9D39-6514-1098-707A-1CB3ACD225C9}"/>
                </a:ext>
              </a:extLst>
            </p:cNvPr>
            <p:cNvSpPr/>
            <p:nvPr/>
          </p:nvSpPr>
          <p:spPr>
            <a:xfrm>
              <a:off x="3098588" y="889416"/>
              <a:ext cx="548602" cy="20339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3982C8F1-1D71-CE17-453D-EE60AA88E6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6219" y="1202723"/>
              <a:ext cx="6400800" cy="6400800"/>
            </a:xfrm>
            <a:prstGeom prst="arc">
              <a:avLst>
                <a:gd name="adj1" fmla="val 14062051"/>
                <a:gd name="adj2" fmla="val 15130344"/>
              </a:avLst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238CE39E-37B1-CA14-ED76-37AA625628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6219" y="1202723"/>
              <a:ext cx="6400800" cy="6400800"/>
            </a:xfrm>
            <a:prstGeom prst="arc">
              <a:avLst>
                <a:gd name="adj1" fmla="val 15312540"/>
                <a:gd name="adj2" fmla="val 15810337"/>
              </a:avLst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E8517B1-B0EA-6574-7023-9DAA8EC5C0AE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 flipH="1" flipV="1">
              <a:off x="1692087" y="1712393"/>
              <a:ext cx="1654535" cy="270720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67D7756-09D7-E255-1DE1-C0094475C7B5}"/>
                </a:ext>
              </a:extLst>
            </p:cNvPr>
            <p:cNvSpPr txBox="1"/>
            <p:nvPr/>
          </p:nvSpPr>
          <p:spPr>
            <a:xfrm>
              <a:off x="2322028" y="2819399"/>
              <a:ext cx="33855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A418E30-3CC5-6852-01E4-BC0E80E216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81349" y="1217009"/>
              <a:ext cx="164499" cy="16610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C4C1400-2C2D-FF3D-39FB-D35DFDA1F8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23133" y="3802937"/>
              <a:ext cx="91440" cy="9144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EF79AD2-B18F-0E63-3323-2F60ED921D37}"/>
                </a:ext>
              </a:extLst>
            </p:cNvPr>
            <p:cNvSpPr/>
            <p:nvPr/>
          </p:nvSpPr>
          <p:spPr>
            <a:xfrm>
              <a:off x="4734942" y="3316624"/>
              <a:ext cx="155003" cy="2535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39C434E-450C-9383-29E4-9748E6A5C9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4664" y="1219921"/>
              <a:ext cx="1828800" cy="0"/>
            </a:xfrm>
            <a:prstGeom prst="line">
              <a:avLst/>
            </a:prstGeom>
            <a:ln w="12700">
              <a:solidFill>
                <a:schemeClr val="accent3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7ACF53A-9F2B-148C-0402-7410E8E81AE3}"/>
                </a:ext>
              </a:extLst>
            </p:cNvPr>
            <p:cNvSpPr/>
            <p:nvPr/>
          </p:nvSpPr>
          <p:spPr>
            <a:xfrm>
              <a:off x="3256765" y="2801972"/>
              <a:ext cx="169575" cy="186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10B5C4E-7A40-5898-710F-DAB244832996}"/>
                </a:ext>
              </a:extLst>
            </p:cNvPr>
            <p:cNvSpPr txBox="1"/>
            <p:nvPr/>
          </p:nvSpPr>
          <p:spPr>
            <a:xfrm>
              <a:off x="3198058" y="266314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ρ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48E578-7340-B4BB-7CC0-1278CC7A5448}"/>
                </a:ext>
              </a:extLst>
            </p:cNvPr>
            <p:cNvSpPr txBox="1"/>
            <p:nvPr/>
          </p:nvSpPr>
          <p:spPr>
            <a:xfrm>
              <a:off x="2993564" y="1375234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2B0C91C-FD46-D6B8-46A2-B6FFA2E8689E}"/>
                </a:ext>
              </a:extLst>
            </p:cNvPr>
            <p:cNvSpPr/>
            <p:nvPr/>
          </p:nvSpPr>
          <p:spPr>
            <a:xfrm rot="20720193">
              <a:off x="3456372" y="1481229"/>
              <a:ext cx="200149" cy="175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DDD4B9-249B-3E7D-6B5D-B6D54051B703}"/>
                </a:ext>
              </a:extLst>
            </p:cNvPr>
            <p:cNvSpPr txBox="1"/>
            <p:nvPr/>
          </p:nvSpPr>
          <p:spPr>
            <a:xfrm>
              <a:off x="3356968" y="1379573"/>
              <a:ext cx="548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i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hkl</a:t>
              </a:r>
              <a:endParaRPr 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29056FB-08BD-A21B-E83D-DB00ABE761CA}"/>
                </a:ext>
              </a:extLst>
            </p:cNvPr>
            <p:cNvCxnSpPr>
              <a:cxnSpLocks/>
            </p:cNvCxnSpPr>
            <p:nvPr/>
          </p:nvCxnSpPr>
          <p:spPr>
            <a:xfrm>
              <a:off x="2560829" y="889416"/>
              <a:ext cx="0" cy="408643"/>
            </a:xfrm>
            <a:prstGeom prst="line">
              <a:avLst/>
            </a:prstGeom>
            <a:ln w="12700">
              <a:solidFill>
                <a:schemeClr val="accent3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68E9730-BBB2-EB52-D095-CBDD6DEE8481}"/>
                </a:ext>
              </a:extLst>
            </p:cNvPr>
            <p:cNvCxnSpPr>
              <a:cxnSpLocks/>
            </p:cNvCxnSpPr>
            <p:nvPr/>
          </p:nvCxnSpPr>
          <p:spPr>
            <a:xfrm>
              <a:off x="4121153" y="889416"/>
              <a:ext cx="0" cy="406791"/>
            </a:xfrm>
            <a:prstGeom prst="line">
              <a:avLst/>
            </a:prstGeom>
            <a:ln w="12700">
              <a:solidFill>
                <a:schemeClr val="accent3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F47AF51-F306-AD0A-1525-96C89AAECC20}"/>
                </a:ext>
              </a:extLst>
            </p:cNvPr>
            <p:cNvSpPr txBox="1"/>
            <p:nvPr/>
          </p:nvSpPr>
          <p:spPr>
            <a:xfrm>
              <a:off x="3025366" y="769540"/>
              <a:ext cx="7008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SBCA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47B7484-4BA5-2354-4B48-49652ADFEC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5848" y="3951036"/>
              <a:ext cx="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B21BD88-AEC0-3393-4CA7-02BB90276B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0741" y="4419599"/>
              <a:ext cx="9144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268D026-DBC9-CDE2-53AA-DA8038310F7D}"/>
                </a:ext>
              </a:extLst>
            </p:cNvPr>
            <p:cNvSpPr txBox="1"/>
            <p:nvPr/>
          </p:nvSpPr>
          <p:spPr>
            <a:xfrm>
              <a:off x="4399521" y="3243563"/>
              <a:ext cx="12032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meridional focus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84F7752-0D1B-8C20-F37C-7AB0479E24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00128" y="4373880"/>
              <a:ext cx="91440" cy="9144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A5B4F1-CB52-A1FE-4F4E-ED53D2D9E6AF}"/>
                </a:ext>
              </a:extLst>
            </p:cNvPr>
            <p:cNvSpPr txBox="1"/>
            <p:nvPr/>
          </p:nvSpPr>
          <p:spPr>
            <a:xfrm>
              <a:off x="3703556" y="4206534"/>
              <a:ext cx="379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A8282AB-38C4-49A5-C7D2-89BBE82004F7}"/>
                </a:ext>
              </a:extLst>
            </p:cNvPr>
            <p:cNvSpPr txBox="1"/>
            <p:nvPr/>
          </p:nvSpPr>
          <p:spPr>
            <a:xfrm>
              <a:off x="2926656" y="4529171"/>
              <a:ext cx="12032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baseline="-250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D873580-A2B9-A310-C922-0C9937666303}"/>
                </a:ext>
              </a:extLst>
            </p:cNvPr>
            <p:cNvSpPr/>
            <p:nvPr/>
          </p:nvSpPr>
          <p:spPr>
            <a:xfrm>
              <a:off x="2599108" y="4053990"/>
              <a:ext cx="247269" cy="4696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0F00C33-B81A-23F0-6EE4-279DF4FA8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7347" y="4069950"/>
              <a:ext cx="219955" cy="364816"/>
            </a:xfrm>
            <a:prstGeom prst="straightConnector1">
              <a:avLst/>
            </a:prstGeom>
            <a:ln w="25400" cap="rnd">
              <a:solidFill>
                <a:srgbClr val="0070C0"/>
              </a:solidFill>
              <a:headEnd type="none" w="sm" len="sm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846B871-CB24-64C2-383E-FE5384F69E49}"/>
                </a:ext>
              </a:extLst>
            </p:cNvPr>
            <p:cNvSpPr txBox="1"/>
            <p:nvPr/>
          </p:nvSpPr>
          <p:spPr>
            <a:xfrm>
              <a:off x="2513524" y="4047507"/>
              <a:ext cx="7873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source</a:t>
              </a:r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5D145592-7763-E0AE-3E20-9FF1C9CCBF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35271" y="4301403"/>
              <a:ext cx="228600" cy="228600"/>
            </a:xfrm>
            <a:prstGeom prst="cube">
              <a:avLst/>
            </a:prstGeom>
            <a:ln w="9525"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3D8ED06-219D-1BA8-A728-C5D1CAAC293E}"/>
                </a:ext>
              </a:extLst>
            </p:cNvPr>
            <p:cNvCxnSpPr>
              <a:cxnSpLocks/>
            </p:cNvCxnSpPr>
            <p:nvPr/>
          </p:nvCxnSpPr>
          <p:spPr>
            <a:xfrm>
              <a:off x="3447838" y="4420014"/>
              <a:ext cx="356616" cy="0"/>
            </a:xfrm>
            <a:prstGeom prst="straightConnector1">
              <a:avLst/>
            </a:prstGeom>
            <a:ln w="38100" cap="rnd">
              <a:solidFill>
                <a:srgbClr val="FF0000"/>
              </a:solidFill>
              <a:headEnd type="none" w="sm" len="sm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88BFCEF-9959-3C08-20BF-BA66F05B61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5344" y="3954425"/>
              <a:ext cx="504" cy="365760"/>
            </a:xfrm>
            <a:prstGeom prst="straightConnector1">
              <a:avLst/>
            </a:prstGeom>
            <a:ln w="38100" cap="rnd">
              <a:solidFill>
                <a:srgbClr val="00B050"/>
              </a:solidFill>
              <a:headEnd type="none" w="sm" len="sm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42E0F12-89BE-7F60-CC18-30DCCA7958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6282" y="4448890"/>
              <a:ext cx="249667" cy="385043"/>
            </a:xfrm>
            <a:prstGeom prst="straightConnector1">
              <a:avLst/>
            </a:prstGeom>
            <a:ln w="38100" cap="rnd">
              <a:solidFill>
                <a:srgbClr val="0070C0"/>
              </a:solidFill>
              <a:headEnd type="none" w="sm" len="sm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186CE63-8087-E1B5-4A46-1653B58F5801}"/>
                </a:ext>
              </a:extLst>
            </p:cNvPr>
            <p:cNvSpPr txBox="1"/>
            <p:nvPr/>
          </p:nvSpPr>
          <p:spPr>
            <a:xfrm>
              <a:off x="2806648" y="4528452"/>
              <a:ext cx="35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baseline="-250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2101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11131</TotalTime>
  <Words>20</Words>
  <Application>Microsoft Macintosh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Gironda, Anthony Joseph</dc:creator>
  <cp:lastModifiedBy>Anthony</cp:lastModifiedBy>
  <cp:revision>28</cp:revision>
  <dcterms:created xsi:type="dcterms:W3CDTF">2025-12-05T16:50:32Z</dcterms:created>
  <dcterms:modified xsi:type="dcterms:W3CDTF">2026-10-17T20:29:43Z</dcterms:modified>
</cp:coreProperties>
</file>